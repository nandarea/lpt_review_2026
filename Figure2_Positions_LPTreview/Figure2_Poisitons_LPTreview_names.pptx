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483D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59EF8-1853-C482-D3AC-8101E5905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579DE5-66BE-197C-7668-0649137A3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1D8A-264D-6BC2-48B2-9546D91D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0ED-2AF9-334D-A805-F6B2D60C4620}" type="datetimeFigureOut">
              <a:rPr lang="en-ES" smtClean="0"/>
              <a:t>14/1/26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AD747-AFAA-FB6E-9978-36A49D1F9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6AA71-AAE5-0A64-AC0F-4F5BD129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E81B1-37C7-1244-91ED-C1F41C0270C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63882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2867-B2C1-17D0-0B5B-96409984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58FAB-EAB7-3340-231D-267E026FC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A4086-80B0-11F6-1798-16B61597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0ED-2AF9-334D-A805-F6B2D60C4620}" type="datetimeFigureOut">
              <a:rPr lang="en-ES" smtClean="0"/>
              <a:t>14/1/26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DE53B-E226-47D7-AFBD-296FC0C75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243F8-0CA9-F1A5-EA33-361ADCE5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E81B1-37C7-1244-91ED-C1F41C0270C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90065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69932-792C-3C1E-830C-66B30BA69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4F76C-9DB2-3668-E8CA-779D95CA5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7418A-6620-74FB-28C0-04269CB8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0ED-2AF9-334D-A805-F6B2D60C4620}" type="datetimeFigureOut">
              <a:rPr lang="en-ES" smtClean="0"/>
              <a:t>14/1/26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352EA-5D13-E789-7E3D-4BACDDF27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6460A-F0A0-27C3-655D-CAFAFB44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E81B1-37C7-1244-91ED-C1F41C0270C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483616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EE956-512F-27BC-B31F-87403C14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AE85B-355E-C484-B17A-4E32AF6B57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D57DC-65DB-D381-38A6-E80B9EB81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921A7-985C-E226-6A10-ACB87F9E2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0ED-2AF9-334D-A805-F6B2D60C4620}" type="datetimeFigureOut">
              <a:rPr lang="en-ES" smtClean="0"/>
              <a:t>14/1/26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532B2-A6E8-AF4B-BEA8-002E31896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87046-E14E-BE71-9D77-C1C4C12C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E81B1-37C7-1244-91ED-C1F41C0270C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70773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1243-D797-8EB3-3212-6B631A75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67B43-829A-431F-D0E0-FAA0454E0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C6D83-88C7-0B30-9CF7-3C43105C2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F034F-ABD1-A6D1-64E3-83683DE20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1AB954-40A0-42CD-6B0A-D94C2BE3F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A1BD5F-CE44-A604-2996-06E125F43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0ED-2AF9-334D-A805-F6B2D60C4620}" type="datetimeFigureOut">
              <a:rPr lang="en-ES" smtClean="0"/>
              <a:t>14/1/26</a:t>
            </a:fld>
            <a:endParaRPr lang="en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E02F0-31B3-3D71-8E7D-D422A3206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1A6B2C-799D-2FA3-A7C0-65A663F2D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E81B1-37C7-1244-91ED-C1F41C0270C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30278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467BB-9928-EDC8-437A-B2E6A6C27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2A4707-44BF-5BBA-07AD-6CF25A04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0ED-2AF9-334D-A805-F6B2D60C4620}" type="datetimeFigureOut">
              <a:rPr lang="en-ES" smtClean="0"/>
              <a:t>14/1/26</a:t>
            </a:fld>
            <a:endParaRPr lang="en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6F7DE-C890-13E8-784E-B4E4A340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C13A0F-21A7-000B-A048-D72F5BA5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E81B1-37C7-1244-91ED-C1F41C0270C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466595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AAB3B4-C183-C3A7-D79A-702F99F1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0ED-2AF9-334D-A805-F6B2D60C4620}" type="datetimeFigureOut">
              <a:rPr lang="en-ES" smtClean="0"/>
              <a:t>14/1/26</a:t>
            </a:fld>
            <a:endParaRPr lang="en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4BB170-4C9F-688E-A4A5-54FF6054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4DAC4-0965-05AB-E4DF-BE2118749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E81B1-37C7-1244-91ED-C1F41C0270C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772130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82ADE-719A-515C-90C0-7831EF32A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F2152-B740-FBE1-8329-505F38CD3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B1AAB-E7B8-505B-B305-3764763D5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A060F-0304-2F28-1BB4-5F0A85FFF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0ED-2AF9-334D-A805-F6B2D60C4620}" type="datetimeFigureOut">
              <a:rPr lang="en-ES" smtClean="0"/>
              <a:t>14/1/26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771F4-DBFE-E11A-2773-B01DD524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7A745-D7F7-5B23-DA52-B2DE80F45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E81B1-37C7-1244-91ED-C1F41C0270C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8389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355EF-E0DF-E177-91AE-D96BC4AF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060D1-FF41-E846-B761-27B932491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47D04-ADF7-631F-E703-D4F5D82CB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038A6-6081-0282-1065-A6CD119DA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0ED-2AF9-334D-A805-F6B2D60C4620}" type="datetimeFigureOut">
              <a:rPr lang="en-ES" smtClean="0"/>
              <a:t>14/1/26</a:t>
            </a:fld>
            <a:endParaRPr lang="en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EB07C-C094-6C8B-721B-65292AFC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E800B9-AC52-29D9-7353-747AC4E8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E81B1-37C7-1244-91ED-C1F41C0270C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206053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39B5-CD35-D3AC-0774-74E307229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159B3-B88B-795B-75CE-D15A99152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625DE-4641-36AA-75AE-FA71DEBA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0ED-2AF9-334D-A805-F6B2D60C4620}" type="datetimeFigureOut">
              <a:rPr lang="en-ES" smtClean="0"/>
              <a:t>14/1/26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829CF-1C19-B1CA-956F-7F649D11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C6C97-048E-F222-1AB1-89D0821A7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E81B1-37C7-1244-91ED-C1F41C0270C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37468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4FB807-65A4-AEEC-14C2-3461565BA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F6E3F-4999-C364-E6F2-DAB759FA2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2CA64-27A9-BABF-E4CB-4519A6288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2A0ED-2AF9-334D-A805-F6B2D60C4620}" type="datetimeFigureOut">
              <a:rPr lang="en-ES" smtClean="0"/>
              <a:t>14/1/26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C1485-50AE-BC0C-5ACC-A65CD6986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E408B-93A8-86C1-FE9F-D9CAAD299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E81B1-37C7-1244-91ED-C1F41C0270C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16790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5155F-75F7-529B-EDF4-11C8C291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5AA93-03D5-E1E7-6B22-CE0DA7259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DCED4-FE39-943E-2F98-8267498BE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2A0ED-2AF9-334D-A805-F6B2D60C4620}" type="datetimeFigureOut">
              <a:rPr lang="en-ES" smtClean="0"/>
              <a:t>14/1/26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D4B38-DACF-79DC-441B-051F703C9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EA670-0546-ECF4-C74D-D33D7ECB7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E81B1-37C7-1244-91ED-C1F41C0270C6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98180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D93325-437A-9D34-9C19-3D3139105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432"/>
            <a:ext cx="12192000" cy="6159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AD7FBD-D755-E8FF-23C8-D2BDA0FF51D1}"/>
              </a:ext>
            </a:extLst>
          </p:cNvPr>
          <p:cNvSpPr txBox="1"/>
          <p:nvPr/>
        </p:nvSpPr>
        <p:spPr>
          <a:xfrm>
            <a:off x="2984068" y="3059482"/>
            <a:ext cx="1774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ASKAPJ1935+2148</a:t>
            </a:r>
            <a:endParaRPr lang="en-ES" sz="1400" dirty="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64F89-631C-BCFE-9D4D-A496E8EBAEB6}"/>
              </a:ext>
            </a:extLst>
          </p:cNvPr>
          <p:cNvSpPr txBox="1"/>
          <p:nvPr/>
        </p:nvSpPr>
        <p:spPr>
          <a:xfrm>
            <a:off x="6556643" y="3106180"/>
            <a:ext cx="1936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GLEAM-XJ1627-5235</a:t>
            </a:r>
            <a:endParaRPr lang="en-ES" sz="1400" dirty="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0DDDC6-2DF2-ACE8-5BD5-EC5555D0E5EF}"/>
              </a:ext>
            </a:extLst>
          </p:cNvPr>
          <p:cNvSpPr txBox="1"/>
          <p:nvPr/>
        </p:nvSpPr>
        <p:spPr>
          <a:xfrm>
            <a:off x="5011628" y="2431676"/>
            <a:ext cx="135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GPMJ1839-10</a:t>
            </a:r>
            <a:endParaRPr lang="en-ES" sz="1400" dirty="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0F6E6F-7BBD-A134-EDE1-B85CB86620B9}"/>
              </a:ext>
            </a:extLst>
          </p:cNvPr>
          <p:cNvSpPr txBox="1"/>
          <p:nvPr/>
        </p:nvSpPr>
        <p:spPr>
          <a:xfrm>
            <a:off x="4031539" y="2639834"/>
            <a:ext cx="1716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ASKAPJ1832-0911</a:t>
            </a:r>
            <a:endParaRPr lang="en-ES" sz="1400" dirty="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C4E69F-0A7C-CEC5-7EFA-274FD0A1B8A7}"/>
              </a:ext>
            </a:extLst>
          </p:cNvPr>
          <p:cNvSpPr txBox="1"/>
          <p:nvPr/>
        </p:nvSpPr>
        <p:spPr>
          <a:xfrm>
            <a:off x="10448469" y="2760240"/>
            <a:ext cx="1553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CHIMEJ0630+25</a:t>
            </a:r>
            <a:endParaRPr lang="en-ES" sz="1400" dirty="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4B0669-0983-6A0B-68CE-9E31EB060B64}"/>
              </a:ext>
            </a:extLst>
          </p:cNvPr>
          <p:cNvSpPr txBox="1"/>
          <p:nvPr/>
        </p:nvSpPr>
        <p:spPr>
          <a:xfrm>
            <a:off x="7440860" y="5188746"/>
            <a:ext cx="587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SMC</a:t>
            </a:r>
            <a:endParaRPr lang="en-ES" sz="1400" i="1" dirty="0">
              <a:solidFill>
                <a:schemeClr val="tx1">
                  <a:lumMod val="50000"/>
                  <a:lumOff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32A2BD-03CD-9E65-134E-E91E309CBFC0}"/>
              </a:ext>
            </a:extLst>
          </p:cNvPr>
          <p:cNvSpPr txBox="1"/>
          <p:nvPr/>
        </p:nvSpPr>
        <p:spPr>
          <a:xfrm>
            <a:off x="8401970" y="4716659"/>
            <a:ext cx="569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LMC</a:t>
            </a:r>
            <a:endParaRPr lang="en-ES" sz="1400" i="1" dirty="0">
              <a:solidFill>
                <a:schemeClr val="tx1">
                  <a:lumMod val="50000"/>
                  <a:lumOff val="50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6C486B-7AA9-7E92-A4FC-600FF3725C78}"/>
              </a:ext>
            </a:extLst>
          </p:cNvPr>
          <p:cNvSpPr txBox="1"/>
          <p:nvPr/>
        </p:nvSpPr>
        <p:spPr>
          <a:xfrm>
            <a:off x="4620495" y="3842195"/>
            <a:ext cx="1729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ASKAPJ1755-2527</a:t>
            </a:r>
            <a:endParaRPr lang="en-ES" sz="1400" dirty="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603430-78E2-C582-69AE-239E8BD172AA}"/>
              </a:ext>
            </a:extLst>
          </p:cNvPr>
          <p:cNvSpPr txBox="1"/>
          <p:nvPr/>
        </p:nvSpPr>
        <p:spPr>
          <a:xfrm>
            <a:off x="3408288" y="2849658"/>
            <a:ext cx="1729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ASKAPJ1839-0756</a:t>
            </a:r>
            <a:endParaRPr lang="en-ES" sz="1400" dirty="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F527A4-E139-9FA7-8195-310F1963B5AD}"/>
              </a:ext>
            </a:extLst>
          </p:cNvPr>
          <p:cNvSpPr txBox="1"/>
          <p:nvPr/>
        </p:nvSpPr>
        <p:spPr>
          <a:xfrm>
            <a:off x="5807143" y="3688640"/>
            <a:ext cx="1633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GCRTJ1745-3009</a:t>
            </a:r>
            <a:endParaRPr lang="en-ES" sz="1400" dirty="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A8AA0F-4354-5DC3-2659-8F711C2CCCCD}"/>
              </a:ext>
            </a:extLst>
          </p:cNvPr>
          <p:cNvSpPr txBox="1"/>
          <p:nvPr/>
        </p:nvSpPr>
        <p:spPr>
          <a:xfrm>
            <a:off x="7244758" y="3850123"/>
            <a:ext cx="1729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ASKAPJ1448-6856</a:t>
            </a:r>
            <a:endParaRPr lang="en-ES" sz="1400" dirty="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31F0FE-0633-8095-1691-A81CF7B06526}"/>
              </a:ext>
            </a:extLst>
          </p:cNvPr>
          <p:cNvSpPr txBox="1"/>
          <p:nvPr/>
        </p:nvSpPr>
        <p:spPr>
          <a:xfrm>
            <a:off x="3457998" y="1855352"/>
            <a:ext cx="1553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CHIMEJ1634+44</a:t>
            </a:r>
            <a:endParaRPr lang="en-ES" sz="1400" dirty="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679086-D291-8268-2F47-DB57B3247847}"/>
              </a:ext>
            </a:extLst>
          </p:cNvPr>
          <p:cNvSpPr txBox="1"/>
          <p:nvPr/>
        </p:nvSpPr>
        <p:spPr>
          <a:xfrm>
            <a:off x="2015122" y="1416569"/>
            <a:ext cx="1405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ILTJ1101+5521</a:t>
            </a:r>
            <a:endParaRPr lang="en-ES" sz="1400" dirty="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EE195F-C925-D9E1-BA8B-523371715B89}"/>
              </a:ext>
            </a:extLst>
          </p:cNvPr>
          <p:cNvSpPr txBox="1"/>
          <p:nvPr/>
        </p:nvSpPr>
        <p:spPr>
          <a:xfrm>
            <a:off x="5672427" y="4438693"/>
            <a:ext cx="18934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err="1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eRASSU</a:t>
            </a:r>
            <a:r>
              <a:rPr lang="en-GB" sz="14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J1912-4410</a:t>
            </a:r>
            <a:endParaRPr lang="en-ES" sz="1400" dirty="0">
              <a:solidFill>
                <a:schemeClr val="accent4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FC5038-AE8A-E2BA-8AA9-A08F322E8A38}"/>
              </a:ext>
            </a:extLst>
          </p:cNvPr>
          <p:cNvSpPr txBox="1"/>
          <p:nvPr/>
        </p:nvSpPr>
        <p:spPr>
          <a:xfrm>
            <a:off x="6096000" y="2247009"/>
            <a:ext cx="793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 </a:t>
            </a:r>
            <a:r>
              <a:rPr lang="en-GB" sz="1400" dirty="0" err="1">
                <a:solidFill>
                  <a:schemeClr val="accent4">
                    <a:lumMod val="7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Sco</a:t>
            </a:r>
            <a:endParaRPr lang="en-ES" sz="1400" dirty="0">
              <a:solidFill>
                <a:schemeClr val="accent4">
                  <a:lumMod val="7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76E524-F927-9D31-5AE1-346B98A571B8}"/>
              </a:ext>
            </a:extLst>
          </p:cNvPr>
          <p:cNvSpPr txBox="1"/>
          <p:nvPr/>
        </p:nvSpPr>
        <p:spPr>
          <a:xfrm>
            <a:off x="9098346" y="4013155"/>
            <a:ext cx="1737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GLEAM-XJ0704-36</a:t>
            </a:r>
            <a:endParaRPr lang="en-ES" sz="1400" dirty="0">
              <a:solidFill>
                <a:schemeClr val="tx1">
                  <a:lumMod val="95000"/>
                  <a:lumOff val="5000"/>
                </a:scheme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5A276CD-4B07-976E-610E-098791CB754F}"/>
              </a:ext>
            </a:extLst>
          </p:cNvPr>
          <p:cNvCxnSpPr>
            <a:cxnSpLocks/>
          </p:cNvCxnSpPr>
          <p:nvPr/>
        </p:nvCxnSpPr>
        <p:spPr>
          <a:xfrm>
            <a:off x="4977276" y="3056483"/>
            <a:ext cx="441030" cy="37251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D45A3C-0E82-74F1-A8C2-34878BC36414}"/>
              </a:ext>
            </a:extLst>
          </p:cNvPr>
          <p:cNvCxnSpPr>
            <a:cxnSpLocks/>
          </p:cNvCxnSpPr>
          <p:nvPr/>
        </p:nvCxnSpPr>
        <p:spPr>
          <a:xfrm>
            <a:off x="5299223" y="2914129"/>
            <a:ext cx="149429" cy="47109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EE34DD3-85C2-F9A5-FCB4-0B41D77EBBB7}"/>
              </a:ext>
            </a:extLst>
          </p:cNvPr>
          <p:cNvCxnSpPr>
            <a:cxnSpLocks/>
          </p:cNvCxnSpPr>
          <p:nvPr/>
        </p:nvCxnSpPr>
        <p:spPr>
          <a:xfrm flipH="1">
            <a:off x="5562469" y="2737628"/>
            <a:ext cx="87057" cy="64759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E8A1F79-329A-B994-140C-A214A36A2C71}"/>
              </a:ext>
            </a:extLst>
          </p:cNvPr>
          <p:cNvCxnSpPr>
            <a:cxnSpLocks/>
          </p:cNvCxnSpPr>
          <p:nvPr/>
        </p:nvCxnSpPr>
        <p:spPr>
          <a:xfrm flipH="1">
            <a:off x="5543097" y="3528525"/>
            <a:ext cx="511254" cy="31400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E54D140-D4BD-35AB-099A-26D9BCAAD4E2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6359955" y="3542912"/>
            <a:ext cx="264047" cy="14572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504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1356</TotalTime>
  <Words>18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 Rea</dc:creator>
  <cp:lastModifiedBy>Nanda Rea</cp:lastModifiedBy>
  <cp:revision>6</cp:revision>
  <dcterms:created xsi:type="dcterms:W3CDTF">2025-07-08T15:09:03Z</dcterms:created>
  <dcterms:modified xsi:type="dcterms:W3CDTF">2026-01-14T08:40:42Z</dcterms:modified>
</cp:coreProperties>
</file>