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E19"/>
    <a:srgbClr val="00FB9A"/>
    <a:srgbClr val="00FB92"/>
    <a:srgbClr val="00FA00"/>
    <a:srgbClr val="FF7E79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8"/>
    <p:restoredTop sz="94674"/>
  </p:normalViewPr>
  <p:slideViewPr>
    <p:cSldViewPr snapToGrid="0">
      <p:cViewPr varScale="1">
        <p:scale>
          <a:sx n="124" d="100"/>
          <a:sy n="124" d="100"/>
        </p:scale>
        <p:origin x="1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50C2F-B722-0B4A-BF78-5D8CA315900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BB41C-86DF-8E4A-9963-78B85C521DC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9660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BB41C-86DF-8E4A-9963-78B85C521DC2}" type="slidenum">
              <a:rPr lang="en-ES" smtClean="0"/>
              <a:t>1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4404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3C86-ED1C-BEF4-5100-EC18B0828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BD2A6-4058-AEE3-973C-A5C98DFE2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AD21F-0FB9-8758-F33D-F4DED4C7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1984-4EB4-D185-7775-0F97A369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1433D-5381-7012-2D97-4B2177C4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5940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485D-C471-FBF2-2317-A9057833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17F8-86FF-143C-6EB6-1B13E739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FDCF0-8D7B-2170-2CD6-6573BB0F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7D6FF-880C-268A-B8C8-4F809F46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0618-5ADB-7873-EE5D-2BCF8EF6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6051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1A610-4FB6-80DC-E07A-25233D27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AF4BD-4798-409E-73C3-225B19B4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9438-E765-22F8-B291-7A17A669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53B39-5B35-FCF8-4E05-FEF93646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DF8C-CFD7-AC93-E255-CA919283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5522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4F1F-B48D-612A-0ED0-07260920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785A2-C910-32B5-0074-CEE3DFE9B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3D4DF-5573-ADF8-8DFB-2D59565D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98B97-C955-56C1-3555-662DBD45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97A6E-B912-F33B-6F02-76A7EAEA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7E37E-0E5C-6B62-35A4-3BB9ECBA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4392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E574-8763-6C20-8C09-DAEA1FB0C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213FF-7196-3C09-68B4-C209059F8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CE910-E64A-B08F-C911-084BCD130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FA82F-18D5-52FE-6077-30396940C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4258E-6352-BDC3-2CF4-027F7806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1C285-88B1-B342-16AD-2B254C8D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9CE2F-F5D6-7633-4B94-50BE9037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575A4-724E-F580-5A40-7E997E41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4481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0144-EFAF-BA70-D0A5-C760DF25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8F098-2674-3418-EAD9-A50AC413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1DBB4-8F7D-7A14-F0D9-64194F5C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73CC7-149E-C401-D1D9-40FF74BA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4934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F7A47-7595-5259-24FA-0F8CF352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044EA-129C-1C42-C4D5-A738AE81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D788-151C-EB3F-9A27-D7CAE973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5427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2EF7-5839-48E0-D041-2EA695AD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C645C-8A86-C373-9AD2-97B7F5ED4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7EFD-C5DB-A120-3F48-E44670F2F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2156-1BBB-A097-C479-0F1633BD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6A1C9-7E52-1DB7-343B-E5C3317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4D1DC-A946-315F-E955-12831579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6304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46BC-E896-5A9C-AF6F-BD581BAE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5CAA6-0A9F-D63A-D384-C659AFE00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01127-915F-CB8A-0FDE-CF7A7B857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5006-5CD7-C930-8A3C-E5F91AE6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A48F9-B9FB-C25C-5A26-C544F6E4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B0D29-BFA7-1641-A2D2-500B30E9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1304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6736-F800-E006-F50E-7753133F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79F31-E413-E1E7-56F5-23ABCB8A9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3280E-23C6-2F20-5CFE-10A8C22F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D38C6-73F4-178E-B080-3C7173A9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E4597-CD5C-7059-0D1C-66647FB9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6088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D0F5E-F881-B42F-4459-6DDB25A46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19703-208D-BB3A-4C8F-3C97577CD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6FF7F-AC35-FE63-0B4D-AB9256C6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A3DB2-DF84-9547-3ABD-85B40359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626EF-2D44-F13F-2D85-B6496AE0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081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25426-D9FE-34FB-6950-AB37DF7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3B782-0F66-981B-4DD1-03188800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5EEFB-0B96-B305-B1A6-4C7D031A5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6BAE5-BE16-1348-A986-EE817D68B451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81E62-18A6-C4B1-EB75-E2C7CA787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6055F-49F7-E577-7FE1-A0D1412DD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A92E6-6CCD-B642-98E9-075C26D6829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4292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E71C32-3E5C-30D9-E48D-687C420C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02" y="76833"/>
            <a:ext cx="10058108" cy="6759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35022E-6F63-6676-2C95-E98D45D87EFE}"/>
              </a:ext>
            </a:extLst>
          </p:cNvPr>
          <p:cNvSpPr txBox="1"/>
          <p:nvPr/>
        </p:nvSpPr>
        <p:spPr>
          <a:xfrm rot="16200000">
            <a:off x="3625019" y="3462949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ASKAPJ1935+2148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51E1D-1C6B-B856-758D-D4AD335F0F8D}"/>
              </a:ext>
            </a:extLst>
          </p:cNvPr>
          <p:cNvSpPr txBox="1"/>
          <p:nvPr/>
        </p:nvSpPr>
        <p:spPr>
          <a:xfrm rot="16200000">
            <a:off x="2588559" y="2103679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GLEAMJ1627-5235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53A9-735A-200C-E659-ADE4ECA1B920}"/>
              </a:ext>
            </a:extLst>
          </p:cNvPr>
          <p:cNvSpPr txBox="1"/>
          <p:nvPr/>
        </p:nvSpPr>
        <p:spPr>
          <a:xfrm>
            <a:off x="8404965" y="2902689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GPMJ1839-10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337D7-3573-F6DE-B9E1-C76A3DA04FA3}"/>
              </a:ext>
            </a:extLst>
          </p:cNvPr>
          <p:cNvSpPr txBox="1"/>
          <p:nvPr/>
        </p:nvSpPr>
        <p:spPr>
          <a:xfrm rot="16200000">
            <a:off x="3917004" y="3350950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ASKAPJ1832-0911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8B7E9-C9BC-E789-7959-C8AF76B21EC5}"/>
              </a:ext>
            </a:extLst>
          </p:cNvPr>
          <p:cNvSpPr txBox="1"/>
          <p:nvPr/>
        </p:nvSpPr>
        <p:spPr>
          <a:xfrm rot="16200000">
            <a:off x="1311170" y="2784682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CHIMEJ0630+25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1DAB96-66C4-2CBA-FF9E-030641A2B84C}"/>
              </a:ext>
            </a:extLst>
          </p:cNvPr>
          <p:cNvSpPr txBox="1"/>
          <p:nvPr/>
        </p:nvSpPr>
        <p:spPr>
          <a:xfrm rot="16200000">
            <a:off x="5854106" y="737879"/>
            <a:ext cx="1843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GLEAM-X J0704-37</a:t>
            </a:r>
            <a:endParaRPr lang="en-ES" sz="1400" dirty="0">
              <a:solidFill>
                <a:schemeClr val="accent2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6F59E7-F9E4-F074-25F9-F09179487473}"/>
              </a:ext>
            </a:extLst>
          </p:cNvPr>
          <p:cNvSpPr txBox="1"/>
          <p:nvPr/>
        </p:nvSpPr>
        <p:spPr>
          <a:xfrm>
            <a:off x="7969940" y="1181984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ASKAPJ1839-0756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4271F5-7241-45B5-F6DF-4FB5124962C7}"/>
              </a:ext>
            </a:extLst>
          </p:cNvPr>
          <p:cNvSpPr txBox="1"/>
          <p:nvPr/>
        </p:nvSpPr>
        <p:spPr>
          <a:xfrm rot="16200000">
            <a:off x="4750258" y="1283654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GCRT J1745-3009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F3797A-7AC0-B9B2-D2B7-A861B8D89477}"/>
              </a:ext>
            </a:extLst>
          </p:cNvPr>
          <p:cNvSpPr txBox="1"/>
          <p:nvPr/>
        </p:nvSpPr>
        <p:spPr>
          <a:xfrm>
            <a:off x="7059328" y="4442193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 </a:t>
            </a:r>
            <a:r>
              <a:rPr lang="en-GB" sz="1400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Sco</a:t>
            </a:r>
            <a:endParaRPr lang="en-ES" sz="14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749B01-1C74-89CC-ABF4-939722DA9004}"/>
              </a:ext>
            </a:extLst>
          </p:cNvPr>
          <p:cNvSpPr txBox="1"/>
          <p:nvPr/>
        </p:nvSpPr>
        <p:spPr>
          <a:xfrm>
            <a:off x="7176412" y="3886703"/>
            <a:ext cx="1893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eRASSU</a:t>
            </a:r>
            <a:r>
              <a:rPr lang="en-GB" sz="14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J1912-4410</a:t>
            </a:r>
            <a:endParaRPr lang="en-ES" sz="14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6DB413-FB65-F354-F282-D99F1328A052}"/>
              </a:ext>
            </a:extLst>
          </p:cNvPr>
          <p:cNvSpPr txBox="1"/>
          <p:nvPr/>
        </p:nvSpPr>
        <p:spPr>
          <a:xfrm rot="16200000">
            <a:off x="5573205" y="1112431"/>
            <a:ext cx="1437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ILTJ1101+5521</a:t>
            </a:r>
            <a:endParaRPr lang="en-ES" sz="1400" dirty="0">
              <a:solidFill>
                <a:schemeClr val="accent2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8628C-4956-A6CD-08FC-BE54E7CF15F2}"/>
              </a:ext>
            </a:extLst>
          </p:cNvPr>
          <p:cNvSpPr txBox="1"/>
          <p:nvPr/>
        </p:nvSpPr>
        <p:spPr>
          <a:xfrm rot="16200000">
            <a:off x="4619467" y="3947259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 J1634+44</a:t>
            </a:r>
            <a:endParaRPr lang="en-ES" sz="1400" dirty="0">
              <a:solidFill>
                <a:schemeClr val="accent2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7B696-7395-6007-318C-9F2ACD2D82DD}"/>
              </a:ext>
            </a:extLst>
          </p:cNvPr>
          <p:cNvSpPr txBox="1"/>
          <p:nvPr/>
        </p:nvSpPr>
        <p:spPr>
          <a:xfrm rot="16200000">
            <a:off x="4934266" y="1160833"/>
            <a:ext cx="173156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ASKAPJ1448-6856</a:t>
            </a:r>
            <a:endParaRPr lang="en-ES" sz="1400" dirty="0">
              <a:solidFill>
                <a:schemeClr val="accent2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5C973-4F16-A380-D1B7-3F9B44DE1CB1}"/>
              </a:ext>
            </a:extLst>
          </p:cNvPr>
          <p:cNvSpPr txBox="1"/>
          <p:nvPr/>
        </p:nvSpPr>
        <p:spPr>
          <a:xfrm rot="16200000">
            <a:off x="4537032" y="1313310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ASKAPJ1755-2527</a:t>
            </a:r>
            <a:endParaRPr lang="en-E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17BBBF-F2ED-D28A-0B5A-5C5238C93E50}"/>
              </a:ext>
            </a:extLst>
          </p:cNvPr>
          <p:cNvCxnSpPr>
            <a:cxnSpLocks/>
          </p:cNvCxnSpPr>
          <p:nvPr/>
        </p:nvCxnSpPr>
        <p:spPr>
          <a:xfrm>
            <a:off x="2147887" y="3735453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0C073E-C6FB-EC33-405B-4957BE1E2A7F}"/>
              </a:ext>
            </a:extLst>
          </p:cNvPr>
          <p:cNvCxnSpPr>
            <a:cxnSpLocks/>
          </p:cNvCxnSpPr>
          <p:nvPr/>
        </p:nvCxnSpPr>
        <p:spPr>
          <a:xfrm>
            <a:off x="3530917" y="3167355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F753B6-3C6C-A5CD-1FC2-62AF594CD40F}"/>
              </a:ext>
            </a:extLst>
          </p:cNvPr>
          <p:cNvCxnSpPr>
            <a:cxnSpLocks/>
          </p:cNvCxnSpPr>
          <p:nvPr/>
        </p:nvCxnSpPr>
        <p:spPr>
          <a:xfrm>
            <a:off x="4564735" y="2744853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2EF64F-0741-B993-A2C7-E905CCD28C9E}"/>
              </a:ext>
            </a:extLst>
          </p:cNvPr>
          <p:cNvCxnSpPr>
            <a:cxnSpLocks/>
          </p:cNvCxnSpPr>
          <p:nvPr/>
        </p:nvCxnSpPr>
        <p:spPr>
          <a:xfrm>
            <a:off x="4823744" y="2632853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44CF0A-751C-8DC9-6DE4-7EBCD1386B0A}"/>
              </a:ext>
            </a:extLst>
          </p:cNvPr>
          <p:cNvCxnSpPr>
            <a:cxnSpLocks/>
          </p:cNvCxnSpPr>
          <p:nvPr/>
        </p:nvCxnSpPr>
        <p:spPr>
          <a:xfrm>
            <a:off x="5474232" y="2366153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49CEA1-581A-2425-624E-30087605D2AD}"/>
              </a:ext>
            </a:extLst>
          </p:cNvPr>
          <p:cNvCxnSpPr>
            <a:cxnSpLocks/>
          </p:cNvCxnSpPr>
          <p:nvPr/>
        </p:nvCxnSpPr>
        <p:spPr>
          <a:xfrm>
            <a:off x="5437961" y="2400729"/>
            <a:ext cx="0" cy="296894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286DD8-CFC8-7293-D0C3-50AFD7AA05DC}"/>
              </a:ext>
            </a:extLst>
          </p:cNvPr>
          <p:cNvCxnSpPr>
            <a:cxnSpLocks/>
          </p:cNvCxnSpPr>
          <p:nvPr/>
        </p:nvCxnSpPr>
        <p:spPr>
          <a:xfrm>
            <a:off x="5579237" y="2346804"/>
            <a:ext cx="0" cy="296894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81A808-EBA7-61C8-F271-79CFE58F4513}"/>
              </a:ext>
            </a:extLst>
          </p:cNvPr>
          <p:cNvCxnSpPr>
            <a:cxnSpLocks/>
          </p:cNvCxnSpPr>
          <p:nvPr/>
        </p:nvCxnSpPr>
        <p:spPr>
          <a:xfrm>
            <a:off x="5619488" y="2306685"/>
            <a:ext cx="359093" cy="0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3ABD96-721A-C950-D686-9D6588833CC7}"/>
              </a:ext>
            </a:extLst>
          </p:cNvPr>
          <p:cNvCxnSpPr>
            <a:cxnSpLocks/>
          </p:cNvCxnSpPr>
          <p:nvPr/>
        </p:nvCxnSpPr>
        <p:spPr>
          <a:xfrm>
            <a:off x="5848565" y="2185949"/>
            <a:ext cx="359093" cy="0"/>
          </a:xfrm>
          <a:prstGeom prst="straightConnector1">
            <a:avLst/>
          </a:prstGeom>
          <a:ln w="15875">
            <a:solidFill>
              <a:srgbClr val="FFA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7FA490-A202-1FB3-F52F-39E578824DCF}"/>
              </a:ext>
            </a:extLst>
          </p:cNvPr>
          <p:cNvCxnSpPr>
            <a:cxnSpLocks/>
          </p:cNvCxnSpPr>
          <p:nvPr/>
        </p:nvCxnSpPr>
        <p:spPr>
          <a:xfrm>
            <a:off x="5808051" y="2225612"/>
            <a:ext cx="0" cy="296894"/>
          </a:xfrm>
          <a:prstGeom prst="straightConnector1">
            <a:avLst/>
          </a:prstGeom>
          <a:ln w="15875">
            <a:solidFill>
              <a:srgbClr val="FFA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F36194-C372-A5F0-9855-B033E603A9A5}"/>
              </a:ext>
            </a:extLst>
          </p:cNvPr>
          <p:cNvCxnSpPr>
            <a:cxnSpLocks/>
          </p:cNvCxnSpPr>
          <p:nvPr/>
        </p:nvCxnSpPr>
        <p:spPr>
          <a:xfrm>
            <a:off x="7930007" y="1384202"/>
            <a:ext cx="0" cy="296894"/>
          </a:xfrm>
          <a:prstGeom prst="straightConnector1">
            <a:avLst/>
          </a:prstGeom>
          <a:ln w="15875">
            <a:solidFill>
              <a:srgbClr val="00FB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0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16972</TotalTime>
  <Words>20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 Rea</dc:creator>
  <cp:lastModifiedBy>Nanda Rea</cp:lastModifiedBy>
  <cp:revision>7</cp:revision>
  <dcterms:created xsi:type="dcterms:W3CDTF">2024-12-27T16:43:55Z</dcterms:created>
  <dcterms:modified xsi:type="dcterms:W3CDTF">2026-01-14T09:05:55Z</dcterms:modified>
</cp:coreProperties>
</file>