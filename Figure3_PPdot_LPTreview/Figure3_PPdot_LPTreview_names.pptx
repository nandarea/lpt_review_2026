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60" r:id="rId2"/>
  </p:sldIdLst>
  <p:sldSz cx="1079976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94674"/>
  </p:normalViewPr>
  <p:slideViewPr>
    <p:cSldViewPr snapToGrid="0">
      <p:cViewPr varScale="1">
        <p:scale>
          <a:sx n="131" d="100"/>
          <a:sy n="131" d="100"/>
        </p:scale>
        <p:origin x="9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81972-F06C-7A45-8C4E-C51F0CB34E71}" type="datetimeFigureOut">
              <a:rPr lang="en-ES" smtClean="0"/>
              <a:t>13/1/26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CDEBF3-C064-DA4B-B956-29D2018E876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78188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DEBF3-C064-DA4B-B956-29D2018E8765}" type="slidenum">
              <a:rPr lang="en-ES" smtClean="0"/>
              <a:t>1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542837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1060529"/>
            <a:ext cx="8099822" cy="2256061"/>
          </a:xfrm>
        </p:spPr>
        <p:txBody>
          <a:bodyPr anchor="b"/>
          <a:lstStyle>
            <a:lvl1pPr algn="ctr">
              <a:defRPr sz="531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3403592"/>
            <a:ext cx="8099822" cy="1564542"/>
          </a:xfrm>
        </p:spPr>
        <p:txBody>
          <a:bodyPr/>
          <a:lstStyle>
            <a:lvl1pPr marL="0" indent="0" algn="ctr">
              <a:buNone/>
              <a:defRPr sz="2126"/>
            </a:lvl1pPr>
            <a:lvl2pPr marL="404988" indent="0" algn="ctr">
              <a:buNone/>
              <a:defRPr sz="1772"/>
            </a:lvl2pPr>
            <a:lvl3pPr marL="809976" indent="0" algn="ctr">
              <a:buNone/>
              <a:defRPr sz="1594"/>
            </a:lvl3pPr>
            <a:lvl4pPr marL="1214963" indent="0" algn="ctr">
              <a:buNone/>
              <a:defRPr sz="1417"/>
            </a:lvl4pPr>
            <a:lvl5pPr marL="1619951" indent="0" algn="ctr">
              <a:buNone/>
              <a:defRPr sz="1417"/>
            </a:lvl5pPr>
            <a:lvl6pPr marL="2024939" indent="0" algn="ctr">
              <a:buNone/>
              <a:defRPr sz="1417"/>
            </a:lvl6pPr>
            <a:lvl7pPr marL="2429927" indent="0" algn="ctr">
              <a:buNone/>
              <a:defRPr sz="1417"/>
            </a:lvl7pPr>
            <a:lvl8pPr marL="2834914" indent="0" algn="ctr">
              <a:buNone/>
              <a:defRPr sz="1417"/>
            </a:lvl8pPr>
            <a:lvl9pPr marL="3239902" indent="0" algn="ctr">
              <a:buNone/>
              <a:defRPr sz="141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10004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74167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615545"/>
            <a:ext cx="9314796" cy="2695572"/>
          </a:xfrm>
        </p:spPr>
        <p:txBody>
          <a:bodyPr anchor="b"/>
          <a:lstStyle>
            <a:lvl1pPr>
              <a:defRPr sz="531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4336618"/>
            <a:ext cx="9314796" cy="1417538"/>
          </a:xfrm>
        </p:spPr>
        <p:txBody>
          <a:bodyPr/>
          <a:lstStyle>
            <a:lvl1pPr marL="0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1pPr>
            <a:lvl2pPr marL="404988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2pPr>
            <a:lvl3pPr marL="80997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3pPr>
            <a:lvl4pPr marL="1214963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4pPr>
            <a:lvl5pPr marL="1619951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5pPr>
            <a:lvl6pPr marL="2024939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6pPr>
            <a:lvl7pPr marL="242992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7pPr>
            <a:lvl8pPr marL="2834914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8pPr>
            <a:lvl9pPr marL="3239902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9140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725046"/>
            <a:ext cx="4589899" cy="4111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725046"/>
            <a:ext cx="4589899" cy="4111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31669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345010"/>
            <a:ext cx="9314796" cy="1252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588543"/>
            <a:ext cx="4568806" cy="778521"/>
          </a:xfrm>
        </p:spPr>
        <p:txBody>
          <a:bodyPr anchor="b"/>
          <a:lstStyle>
            <a:lvl1pPr marL="0" indent="0">
              <a:buNone/>
              <a:defRPr sz="2126" b="1"/>
            </a:lvl1pPr>
            <a:lvl2pPr marL="404988" indent="0">
              <a:buNone/>
              <a:defRPr sz="1772" b="1"/>
            </a:lvl2pPr>
            <a:lvl3pPr marL="809976" indent="0">
              <a:buNone/>
              <a:defRPr sz="1594" b="1"/>
            </a:lvl3pPr>
            <a:lvl4pPr marL="1214963" indent="0">
              <a:buNone/>
              <a:defRPr sz="1417" b="1"/>
            </a:lvl4pPr>
            <a:lvl5pPr marL="1619951" indent="0">
              <a:buNone/>
              <a:defRPr sz="1417" b="1"/>
            </a:lvl5pPr>
            <a:lvl6pPr marL="2024939" indent="0">
              <a:buNone/>
              <a:defRPr sz="1417" b="1"/>
            </a:lvl6pPr>
            <a:lvl7pPr marL="2429927" indent="0">
              <a:buNone/>
              <a:defRPr sz="1417" b="1"/>
            </a:lvl7pPr>
            <a:lvl8pPr marL="2834914" indent="0">
              <a:buNone/>
              <a:defRPr sz="1417" b="1"/>
            </a:lvl8pPr>
            <a:lvl9pPr marL="3239902" indent="0">
              <a:buNone/>
              <a:defRPr sz="141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2367064"/>
            <a:ext cx="4568806" cy="3481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588543"/>
            <a:ext cx="4591306" cy="778521"/>
          </a:xfrm>
        </p:spPr>
        <p:txBody>
          <a:bodyPr anchor="b"/>
          <a:lstStyle>
            <a:lvl1pPr marL="0" indent="0">
              <a:buNone/>
              <a:defRPr sz="2126" b="1"/>
            </a:lvl1pPr>
            <a:lvl2pPr marL="404988" indent="0">
              <a:buNone/>
              <a:defRPr sz="1772" b="1"/>
            </a:lvl2pPr>
            <a:lvl3pPr marL="809976" indent="0">
              <a:buNone/>
              <a:defRPr sz="1594" b="1"/>
            </a:lvl3pPr>
            <a:lvl4pPr marL="1214963" indent="0">
              <a:buNone/>
              <a:defRPr sz="1417" b="1"/>
            </a:lvl4pPr>
            <a:lvl5pPr marL="1619951" indent="0">
              <a:buNone/>
              <a:defRPr sz="1417" b="1"/>
            </a:lvl5pPr>
            <a:lvl6pPr marL="2024939" indent="0">
              <a:buNone/>
              <a:defRPr sz="1417" b="1"/>
            </a:lvl6pPr>
            <a:lvl7pPr marL="2429927" indent="0">
              <a:buNone/>
              <a:defRPr sz="1417" b="1"/>
            </a:lvl7pPr>
            <a:lvl8pPr marL="2834914" indent="0">
              <a:buNone/>
              <a:defRPr sz="1417" b="1"/>
            </a:lvl8pPr>
            <a:lvl9pPr marL="3239902" indent="0">
              <a:buNone/>
              <a:defRPr sz="141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2367064"/>
            <a:ext cx="4591306" cy="3481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70577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0679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525565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432012"/>
            <a:ext cx="3483204" cy="1512041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933026"/>
            <a:ext cx="5467380" cy="4605124"/>
          </a:xfrm>
        </p:spPr>
        <p:txBody>
          <a:bodyPr/>
          <a:lstStyle>
            <a:lvl1pPr>
              <a:defRPr sz="2835"/>
            </a:lvl1pPr>
            <a:lvl2pPr>
              <a:defRPr sz="2480"/>
            </a:lvl2pPr>
            <a:lvl3pPr>
              <a:defRPr sz="2126"/>
            </a:lvl3pPr>
            <a:lvl4pPr>
              <a:defRPr sz="1772"/>
            </a:lvl4pPr>
            <a:lvl5pPr>
              <a:defRPr sz="1772"/>
            </a:lvl5pPr>
            <a:lvl6pPr>
              <a:defRPr sz="1772"/>
            </a:lvl6pPr>
            <a:lvl7pPr>
              <a:defRPr sz="1772"/>
            </a:lvl7pPr>
            <a:lvl8pPr>
              <a:defRPr sz="1772"/>
            </a:lvl8pPr>
            <a:lvl9pPr>
              <a:defRPr sz="177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944052"/>
            <a:ext cx="3483204" cy="3601598"/>
          </a:xfrm>
        </p:spPr>
        <p:txBody>
          <a:bodyPr/>
          <a:lstStyle>
            <a:lvl1pPr marL="0" indent="0">
              <a:buNone/>
              <a:defRPr sz="1417"/>
            </a:lvl1pPr>
            <a:lvl2pPr marL="404988" indent="0">
              <a:buNone/>
              <a:defRPr sz="1240"/>
            </a:lvl2pPr>
            <a:lvl3pPr marL="809976" indent="0">
              <a:buNone/>
              <a:defRPr sz="1063"/>
            </a:lvl3pPr>
            <a:lvl4pPr marL="1214963" indent="0">
              <a:buNone/>
              <a:defRPr sz="886"/>
            </a:lvl4pPr>
            <a:lvl5pPr marL="1619951" indent="0">
              <a:buNone/>
              <a:defRPr sz="886"/>
            </a:lvl5pPr>
            <a:lvl6pPr marL="2024939" indent="0">
              <a:buNone/>
              <a:defRPr sz="886"/>
            </a:lvl6pPr>
            <a:lvl7pPr marL="2429927" indent="0">
              <a:buNone/>
              <a:defRPr sz="886"/>
            </a:lvl7pPr>
            <a:lvl8pPr marL="2834914" indent="0">
              <a:buNone/>
              <a:defRPr sz="886"/>
            </a:lvl8pPr>
            <a:lvl9pPr marL="3239902" indent="0">
              <a:buNone/>
              <a:defRPr sz="88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3394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432012"/>
            <a:ext cx="3483204" cy="1512041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933026"/>
            <a:ext cx="5467380" cy="4605124"/>
          </a:xfrm>
        </p:spPr>
        <p:txBody>
          <a:bodyPr anchor="t"/>
          <a:lstStyle>
            <a:lvl1pPr marL="0" indent="0">
              <a:buNone/>
              <a:defRPr sz="2835"/>
            </a:lvl1pPr>
            <a:lvl2pPr marL="404988" indent="0">
              <a:buNone/>
              <a:defRPr sz="2480"/>
            </a:lvl2pPr>
            <a:lvl3pPr marL="809976" indent="0">
              <a:buNone/>
              <a:defRPr sz="2126"/>
            </a:lvl3pPr>
            <a:lvl4pPr marL="1214963" indent="0">
              <a:buNone/>
              <a:defRPr sz="1772"/>
            </a:lvl4pPr>
            <a:lvl5pPr marL="1619951" indent="0">
              <a:buNone/>
              <a:defRPr sz="1772"/>
            </a:lvl5pPr>
            <a:lvl6pPr marL="2024939" indent="0">
              <a:buNone/>
              <a:defRPr sz="1772"/>
            </a:lvl6pPr>
            <a:lvl7pPr marL="2429927" indent="0">
              <a:buNone/>
              <a:defRPr sz="1772"/>
            </a:lvl7pPr>
            <a:lvl8pPr marL="2834914" indent="0">
              <a:buNone/>
              <a:defRPr sz="1772"/>
            </a:lvl8pPr>
            <a:lvl9pPr marL="3239902" indent="0">
              <a:buNone/>
              <a:defRPr sz="177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944052"/>
            <a:ext cx="3483204" cy="3601598"/>
          </a:xfrm>
        </p:spPr>
        <p:txBody>
          <a:bodyPr/>
          <a:lstStyle>
            <a:lvl1pPr marL="0" indent="0">
              <a:buNone/>
              <a:defRPr sz="1417"/>
            </a:lvl1pPr>
            <a:lvl2pPr marL="404988" indent="0">
              <a:buNone/>
              <a:defRPr sz="1240"/>
            </a:lvl2pPr>
            <a:lvl3pPr marL="809976" indent="0">
              <a:buNone/>
              <a:defRPr sz="1063"/>
            </a:lvl3pPr>
            <a:lvl4pPr marL="1214963" indent="0">
              <a:buNone/>
              <a:defRPr sz="886"/>
            </a:lvl4pPr>
            <a:lvl5pPr marL="1619951" indent="0">
              <a:buNone/>
              <a:defRPr sz="886"/>
            </a:lvl5pPr>
            <a:lvl6pPr marL="2024939" indent="0">
              <a:buNone/>
              <a:defRPr sz="886"/>
            </a:lvl6pPr>
            <a:lvl7pPr marL="2429927" indent="0">
              <a:buNone/>
              <a:defRPr sz="886"/>
            </a:lvl7pPr>
            <a:lvl8pPr marL="2834914" indent="0">
              <a:buNone/>
              <a:defRPr sz="886"/>
            </a:lvl8pPr>
            <a:lvl9pPr marL="3239902" indent="0">
              <a:buNone/>
              <a:defRPr sz="88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15642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90765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345009"/>
            <a:ext cx="2328699" cy="549164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345009"/>
            <a:ext cx="6851100" cy="549164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0073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345010"/>
            <a:ext cx="9314796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725046"/>
            <a:ext cx="9314796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6006163"/>
            <a:ext cx="242994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ED8D0-BFB8-C24C-B2EE-14AA433970F2}" type="datetimeFigureOut">
              <a:rPr lang="en-ES" smtClean="0"/>
              <a:t>13/1/26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6006163"/>
            <a:ext cx="364492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6006163"/>
            <a:ext cx="242994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30208-377D-AC45-A2C4-BB6FA9FD761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4785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09976" rtl="0" eaLnBrk="1" latinLnBrk="0" hangingPunct="1">
        <a:lnSpc>
          <a:spcPct val="90000"/>
        </a:lnSpc>
        <a:spcBef>
          <a:spcPct val="0"/>
        </a:spcBef>
        <a:buNone/>
        <a:defRPr sz="38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494" indent="-202494" algn="l" defTabSz="809976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07482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12469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417457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445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227433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632420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3037408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442396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1pPr>
      <a:lvl2pPr marL="404988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2pPr>
      <a:lvl3pPr marL="809976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3pPr>
      <a:lvl4pPr marL="1214963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619951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024939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429927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2834914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239902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0B99B6-02DB-46CD-4200-5FEE905AD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3170"/>
            <a:ext cx="10821803" cy="64670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996A99-7A61-114A-4D0C-D4018D8D3FA8}"/>
              </a:ext>
            </a:extLst>
          </p:cNvPr>
          <p:cNvSpPr txBox="1"/>
          <p:nvPr/>
        </p:nvSpPr>
        <p:spPr>
          <a:xfrm>
            <a:off x="6026393" y="1740433"/>
            <a:ext cx="1544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ASKAPJ1935+2148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12E551-9B62-F961-F03E-BF286F0D8898}"/>
              </a:ext>
            </a:extLst>
          </p:cNvPr>
          <p:cNvSpPr txBox="1"/>
          <p:nvPr/>
        </p:nvSpPr>
        <p:spPr>
          <a:xfrm>
            <a:off x="7152440" y="1255870"/>
            <a:ext cx="1685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GLEAM-XJ1627-5235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DD84D-8784-E5D0-42BB-E3AE844F609D}"/>
              </a:ext>
            </a:extLst>
          </p:cNvPr>
          <p:cNvSpPr txBox="1"/>
          <p:nvPr/>
        </p:nvSpPr>
        <p:spPr>
          <a:xfrm>
            <a:off x="7230130" y="2860496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GPMJ1839-10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C68D0-EFE6-1915-2577-33F7670CE092}"/>
              </a:ext>
            </a:extLst>
          </p:cNvPr>
          <p:cNvSpPr txBox="1"/>
          <p:nvPr/>
        </p:nvSpPr>
        <p:spPr>
          <a:xfrm>
            <a:off x="7748327" y="2327246"/>
            <a:ext cx="1494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ASKAPJ1832-0911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22F97-2BDB-23D9-A3F8-8E29B2E0267F}"/>
              </a:ext>
            </a:extLst>
          </p:cNvPr>
          <p:cNvSpPr txBox="1"/>
          <p:nvPr/>
        </p:nvSpPr>
        <p:spPr>
          <a:xfrm>
            <a:off x="6619060" y="2630231"/>
            <a:ext cx="1356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CHIMEJ0630+25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E47A9-764A-012D-4129-51869DD7A927}"/>
              </a:ext>
            </a:extLst>
          </p:cNvPr>
          <p:cNvSpPr txBox="1"/>
          <p:nvPr/>
        </p:nvSpPr>
        <p:spPr>
          <a:xfrm>
            <a:off x="8251938" y="191975"/>
            <a:ext cx="1505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ASKAPJ1839-0756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428B4E-AA41-D5A3-EB55-0A84EFEBE9E0}"/>
              </a:ext>
            </a:extLst>
          </p:cNvPr>
          <p:cNvSpPr txBox="1"/>
          <p:nvPr/>
        </p:nvSpPr>
        <p:spPr>
          <a:xfrm>
            <a:off x="7040575" y="322361"/>
            <a:ext cx="1425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GCRTJ1745-3009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7E0AF6-4577-FB8E-07FC-937AE52AF258}"/>
              </a:ext>
            </a:extLst>
          </p:cNvPr>
          <p:cNvSpPr txBox="1"/>
          <p:nvPr/>
        </p:nvSpPr>
        <p:spPr>
          <a:xfrm>
            <a:off x="8024162" y="830058"/>
            <a:ext cx="1546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 J1448-6856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7405C0-8F0F-C374-D93A-CB156B8D5239}"/>
              </a:ext>
            </a:extLst>
          </p:cNvPr>
          <p:cNvSpPr txBox="1"/>
          <p:nvPr/>
        </p:nvSpPr>
        <p:spPr>
          <a:xfrm>
            <a:off x="6377934" y="1997976"/>
            <a:ext cx="1546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 J1755-2527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C4D428-5D62-8F23-FE85-3BF0C147549A}"/>
              </a:ext>
            </a:extLst>
          </p:cNvPr>
          <p:cNvSpPr txBox="1"/>
          <p:nvPr/>
        </p:nvSpPr>
        <p:spPr>
          <a:xfrm>
            <a:off x="5174815" y="2663628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 </a:t>
            </a:r>
            <a:r>
              <a:rPr lang="en-GB" sz="12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Sco</a:t>
            </a:r>
            <a:endParaRPr lang="en-ES" sz="1200" dirty="0">
              <a:solidFill>
                <a:schemeClr val="accent4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088747-F48B-E72B-4B1A-C0B22AAC565A}"/>
              </a:ext>
            </a:extLst>
          </p:cNvPr>
          <p:cNvCxnSpPr>
            <a:cxnSpLocks/>
          </p:cNvCxnSpPr>
          <p:nvPr/>
        </p:nvCxnSpPr>
        <p:spPr>
          <a:xfrm>
            <a:off x="6996434" y="186702"/>
            <a:ext cx="0" cy="35244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82D2B8-959D-7444-E8C8-09802BEB4589}"/>
              </a:ext>
            </a:extLst>
          </p:cNvPr>
          <p:cNvSpPr txBox="1"/>
          <p:nvPr/>
        </p:nvSpPr>
        <p:spPr>
          <a:xfrm>
            <a:off x="4826133" y="2265247"/>
            <a:ext cx="164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eRASSU</a:t>
            </a:r>
            <a:r>
              <a:rPr lang="en-GB" sz="12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J1912-4410</a:t>
            </a:r>
            <a:endParaRPr lang="en-ES" sz="1200" dirty="0">
              <a:solidFill>
                <a:schemeClr val="accent4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FB58A8-036F-3238-826C-19F48DFC73BD}"/>
              </a:ext>
            </a:extLst>
          </p:cNvPr>
          <p:cNvSpPr txBox="1"/>
          <p:nvPr/>
        </p:nvSpPr>
        <p:spPr>
          <a:xfrm rot="5400000">
            <a:off x="6124140" y="626593"/>
            <a:ext cx="13997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CHIME J1634+44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C89DAB-B610-DF6C-82C2-9EC813DD5DD6}"/>
              </a:ext>
            </a:extLst>
          </p:cNvPr>
          <p:cNvSpPr txBox="1"/>
          <p:nvPr/>
        </p:nvSpPr>
        <p:spPr>
          <a:xfrm>
            <a:off x="8222753" y="2110443"/>
            <a:ext cx="1271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ILT J1101+5521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16061C-6B04-9397-2795-0E52C743218B}"/>
              </a:ext>
            </a:extLst>
          </p:cNvPr>
          <p:cNvSpPr txBox="1"/>
          <p:nvPr/>
        </p:nvSpPr>
        <p:spPr>
          <a:xfrm>
            <a:off x="8079317" y="1772443"/>
            <a:ext cx="1558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GLEAM-X J0704-36</a:t>
            </a:r>
            <a:endParaRPr lang="en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27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3504</TotalTime>
  <Words>22</Words>
  <Application>Microsoft Macintosh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 Rea</dc:creator>
  <cp:lastModifiedBy>Nanda Rea</cp:lastModifiedBy>
  <cp:revision>14</cp:revision>
  <dcterms:created xsi:type="dcterms:W3CDTF">2024-11-06T04:54:14Z</dcterms:created>
  <dcterms:modified xsi:type="dcterms:W3CDTF">2026-01-13T17:47:59Z</dcterms:modified>
</cp:coreProperties>
</file>