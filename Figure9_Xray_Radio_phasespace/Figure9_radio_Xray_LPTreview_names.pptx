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7F"/>
    <a:srgbClr val="FFA500"/>
    <a:srgbClr val="DAA51F"/>
    <a:srgbClr val="FFD700"/>
    <a:srgbClr val="FF7F50"/>
    <a:srgbClr val="FF0100"/>
    <a:srgbClr val="B1C5DE"/>
    <a:srgbClr val="416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34"/>
    <p:restoredTop sz="96405"/>
  </p:normalViewPr>
  <p:slideViewPr>
    <p:cSldViewPr snapToGrid="0">
      <p:cViewPr>
        <p:scale>
          <a:sx n="134" d="100"/>
          <a:sy n="134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4AB9-DC95-E5D8-C351-F82F837A3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9B410-3B08-23D3-49CE-B63A7736C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38309-40EB-ECA1-7A2C-BBCBCD25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B236E-79C1-00A2-8FA6-D419E11C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D831A-3002-36BB-456E-1A24713E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4492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E0FE-8DBB-BBB1-77F8-39DD9777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25D38-31A9-1731-1733-0594F3DC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7904E-4968-923A-99CC-95363FAA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420D3-FB4F-7F89-544F-3BAB4A95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4FFAC-6EA7-4675-ABA7-9D33DAEA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2368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5AFF-0FC3-544A-0B24-3534A9E0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4970B-A594-0702-B819-90339762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D5609-E442-2F24-91AD-9D3F563B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B0A34-DA08-F3E1-AB21-AE795644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2280F-EC82-21BA-7B86-F4400A35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0300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963B-B718-27B0-A3B7-421F5CFB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04E9A-B4E7-B5ED-13B9-FA9CB1299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C4FE8-06EA-89A8-038D-561AA4132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88631-4CA0-0038-0647-66A8FDB7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D5425-EB8B-F23A-C4DC-7974C88E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828FE-B7F6-ED18-B949-9CE4C958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6143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087A-FE1A-34A6-D663-993B5E1D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AA806-B92D-81D5-1C50-77C62B5AD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03A05-610B-5545-EAFD-C03BC8464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6125F-1017-5DE1-7F36-5714A339B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A61D-B6C0-7B81-1349-1C1790C4D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9B013-42B6-6AE5-BEB6-649A05E6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EDE76-DBB9-E537-2F8A-38AC97E0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76D5A-8F59-4F47-D4AE-8A69A46F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193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5283-ABEE-F11B-98E6-FDE88B05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3B00FD-3168-402C-9C15-C89A5162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99DC1-736F-D732-1D6E-81E6EA9B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23AF8-195E-6500-17BD-EB94296D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06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16C52-13AC-9197-B836-A2408C76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D7C5C-2004-C0C6-D9C4-0A2790A2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08F0B-AB88-522A-41D6-CAE1B178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7956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30D7-57D4-1766-8D10-5B211BBE7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21840-A60A-5866-4424-1AD8252A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8345F-61BF-83B5-95C1-D30C9C0E1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FD1BD-51A2-999D-4C67-F69DE30D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D08E4-72C0-2D0A-36E8-464FF2A4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4AA3E-0A93-C61D-F2DA-46323070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8139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DDAC-CF58-A311-8EB4-584CBEC3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6D67F-6494-0F25-27C7-E897BA30D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563D3-42A7-DE5F-E251-41550EEEC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A26EA-CD49-1A28-D26D-F354D023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F78DD-62BB-450C-3A94-5CD1A884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7D70B-FE6A-A2B0-DF48-7D51283C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6310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D768-06E3-18B3-10F7-7AC9657E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04F31-1AF4-33F1-0B51-588E8DB81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4FFAE-2EDE-8591-E7C7-A638BAAD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C3926-E07F-918C-09A7-776AB8D6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DA36-D929-3948-0F96-FAF4BC5C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5139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9D15C-5DAC-86BD-EB13-CA627BCA5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EB0D6-C0BA-A35F-34A6-827E8BABE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53C2C-FCFB-47B2-6F0C-D363C315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42960-5493-871A-244B-20D25628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990B2-EB78-DFEC-7A41-756A64E5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3531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72925E-EC73-59E6-1D50-AF899FF0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72172-8ADE-A184-52F5-A775F31FE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9E020-C863-F98E-2260-1AEC114E6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11976-FC6C-F64C-B21E-E11D4098623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6E03-644C-7E23-4566-8FE94C714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8BA8-11A8-EEB7-CB47-6106DB5E1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BBA3E-B5D3-C347-9E74-0154B0E1893E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4144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7ADEB7-E47A-4B90-7C19-5CA0B6A7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33" y="-1"/>
            <a:ext cx="9614853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7F1B7-F33F-CAC2-C5F2-7185B1535C15}"/>
              </a:ext>
            </a:extLst>
          </p:cNvPr>
          <p:cNvSpPr txBox="1"/>
          <p:nvPr/>
        </p:nvSpPr>
        <p:spPr>
          <a:xfrm>
            <a:off x="4736876" y="4809716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D7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WD PULSARS</a:t>
            </a:r>
            <a:endParaRPr lang="en-ES" sz="1400" dirty="0">
              <a:solidFill>
                <a:srgbClr val="FFD7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C0175-C6DC-824E-736D-AEAE03E8EFFA}"/>
              </a:ext>
            </a:extLst>
          </p:cNvPr>
          <p:cNvSpPr txBox="1"/>
          <p:nvPr/>
        </p:nvSpPr>
        <p:spPr>
          <a:xfrm>
            <a:off x="4919019" y="170973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DAA51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AMXPs</a:t>
            </a:r>
            <a:endParaRPr lang="en-ES" sz="1400" dirty="0">
              <a:solidFill>
                <a:srgbClr val="DAA51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09A85-4EB1-389F-1FA7-36762BB9F0AF}"/>
              </a:ext>
            </a:extLst>
          </p:cNvPr>
          <p:cNvSpPr txBox="1"/>
          <p:nvPr/>
        </p:nvSpPr>
        <p:spPr>
          <a:xfrm>
            <a:off x="7279464" y="2600280"/>
            <a:ext cx="25394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LONG PERIOD TRANSIENTS</a:t>
            </a:r>
            <a:endParaRPr lang="en-ES" sz="1400" dirty="0">
              <a:solidFill>
                <a:srgbClr val="00B05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83184-5263-FD08-0BED-172D223CCB21}"/>
              </a:ext>
            </a:extLst>
          </p:cNvPr>
          <p:cNvSpPr txBox="1"/>
          <p:nvPr/>
        </p:nvSpPr>
        <p:spPr>
          <a:xfrm>
            <a:off x="8281241" y="1764121"/>
            <a:ext cx="1277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4169E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MAGNETARS</a:t>
            </a:r>
            <a:endParaRPr lang="en-ES" sz="1400" dirty="0">
              <a:solidFill>
                <a:srgbClr val="4169E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942F8-CD1A-C8D1-ED18-2A9D4DDA5D6E}"/>
              </a:ext>
            </a:extLst>
          </p:cNvPr>
          <p:cNvSpPr txBox="1"/>
          <p:nvPr/>
        </p:nvSpPr>
        <p:spPr>
          <a:xfrm>
            <a:off x="3211878" y="5763116"/>
            <a:ext cx="745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B1C5D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STARS</a:t>
            </a:r>
            <a:endParaRPr lang="en-ES" sz="1400" dirty="0">
              <a:solidFill>
                <a:srgbClr val="B1C5D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4F5883-3C8E-2C27-EBD8-9D3DC7C5F857}"/>
              </a:ext>
            </a:extLst>
          </p:cNvPr>
          <p:cNvSpPr txBox="1"/>
          <p:nvPr/>
        </p:nvSpPr>
        <p:spPr>
          <a:xfrm>
            <a:off x="2689286" y="3204486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1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MAGNETIC CVs</a:t>
            </a:r>
            <a:endParaRPr lang="en-ES" sz="1400" dirty="0">
              <a:solidFill>
                <a:srgbClr val="FF01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5AC08-7332-CD27-7331-6936EE300B49}"/>
              </a:ext>
            </a:extLst>
          </p:cNvPr>
          <p:cNvSpPr txBox="1"/>
          <p:nvPr/>
        </p:nvSpPr>
        <p:spPr>
          <a:xfrm>
            <a:off x="2559741" y="3908836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7F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CVs</a:t>
            </a:r>
            <a:endParaRPr lang="en-ES" sz="1400" dirty="0">
              <a:solidFill>
                <a:srgbClr val="FF7F5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7C598B-C975-E2C2-DD60-F0436B64F235}"/>
              </a:ext>
            </a:extLst>
          </p:cNvPr>
          <p:cNvSpPr txBox="1"/>
          <p:nvPr/>
        </p:nvSpPr>
        <p:spPr>
          <a:xfrm>
            <a:off x="7485952" y="518960"/>
            <a:ext cx="1873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BH X-RAY BINARIES</a:t>
            </a:r>
            <a:endParaRPr lang="en-ES" sz="1400" dirty="0">
              <a:solidFill>
                <a:schemeClr val="tx1">
                  <a:lumMod val="75000"/>
                  <a:lumOff val="2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F7497-618F-9AC8-6248-AFBBB78B2EAF}"/>
              </a:ext>
            </a:extLst>
          </p:cNvPr>
          <p:cNvSpPr txBox="1"/>
          <p:nvPr/>
        </p:nvSpPr>
        <p:spPr>
          <a:xfrm>
            <a:off x="6806050" y="3060029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PULSARS</a:t>
            </a:r>
            <a:endParaRPr lang="en-ES" sz="1400" dirty="0">
              <a:solidFill>
                <a:schemeClr val="bg2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8F3708-6FCB-AFE1-0B5F-A60A3BCFB20D}"/>
              </a:ext>
            </a:extLst>
          </p:cNvPr>
          <p:cNvSpPr txBox="1"/>
          <p:nvPr/>
        </p:nvSpPr>
        <p:spPr>
          <a:xfrm>
            <a:off x="4850481" y="793085"/>
            <a:ext cx="1867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NS X-RAY BINARIES</a:t>
            </a:r>
            <a:endParaRPr lang="en-ES" sz="14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FD5E59-6E11-FE79-31DE-A210EFC65425}"/>
              </a:ext>
            </a:extLst>
          </p:cNvPr>
          <p:cNvSpPr txBox="1"/>
          <p:nvPr/>
        </p:nvSpPr>
        <p:spPr>
          <a:xfrm>
            <a:off x="1668173" y="4443909"/>
            <a:ext cx="916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WD LPTs</a:t>
            </a:r>
            <a:endParaRPr lang="en-ES" sz="1400" dirty="0">
              <a:solidFill>
                <a:schemeClr val="accent2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705482-7D2C-0B60-2E3F-8EEC4ED5F4CA}"/>
              </a:ext>
            </a:extLst>
          </p:cNvPr>
          <p:cNvCxnSpPr>
            <a:cxnSpLocks/>
          </p:cNvCxnSpPr>
          <p:nvPr/>
        </p:nvCxnSpPr>
        <p:spPr>
          <a:xfrm flipH="1">
            <a:off x="7352675" y="3436439"/>
            <a:ext cx="1381970" cy="884476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oughnut 36">
            <a:extLst>
              <a:ext uri="{FF2B5EF4-FFF2-40B4-BE49-F238E27FC236}">
                <a16:creationId xmlns:a16="http://schemas.microsoft.com/office/drawing/2014/main" id="{6D21BCA1-CE1D-20A5-C853-CE6664D5C0B6}"/>
              </a:ext>
            </a:extLst>
          </p:cNvPr>
          <p:cNvSpPr/>
          <p:nvPr/>
        </p:nvSpPr>
        <p:spPr>
          <a:xfrm>
            <a:off x="4066508" y="4514577"/>
            <a:ext cx="303127" cy="307777"/>
          </a:xfrm>
          <a:prstGeom prst="donut">
            <a:avLst>
              <a:gd name="adj" fmla="val 5294"/>
            </a:avLst>
          </a:prstGeom>
          <a:solidFill>
            <a:schemeClr val="accent4"/>
          </a:solidFill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400" dirty="0">
              <a:solidFill>
                <a:schemeClr val="tx1"/>
              </a:solidFill>
              <a:highlight>
                <a:srgbClr val="FFFF00"/>
              </a:highligh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Doughnut 1">
            <a:extLst>
              <a:ext uri="{FF2B5EF4-FFF2-40B4-BE49-F238E27FC236}">
                <a16:creationId xmlns:a16="http://schemas.microsoft.com/office/drawing/2014/main" id="{64F29BD1-6405-1125-B4B0-2FA84B29A535}"/>
              </a:ext>
            </a:extLst>
          </p:cNvPr>
          <p:cNvSpPr/>
          <p:nvPr/>
        </p:nvSpPr>
        <p:spPr>
          <a:xfrm>
            <a:off x="4929014" y="4350009"/>
            <a:ext cx="303127" cy="307777"/>
          </a:xfrm>
          <a:prstGeom prst="donut">
            <a:avLst>
              <a:gd name="adj" fmla="val 5294"/>
            </a:avLst>
          </a:prstGeom>
          <a:solidFill>
            <a:schemeClr val="accent4"/>
          </a:solidFill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400" dirty="0">
              <a:solidFill>
                <a:schemeClr val="tx1"/>
              </a:solidFill>
              <a:highlight>
                <a:srgbClr val="FFFF00"/>
              </a:highligh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Doughnut 2">
            <a:extLst>
              <a:ext uri="{FF2B5EF4-FFF2-40B4-BE49-F238E27FC236}">
                <a16:creationId xmlns:a16="http://schemas.microsoft.com/office/drawing/2014/main" id="{946A03C7-7AA9-986B-778C-0002A0085FFB}"/>
              </a:ext>
            </a:extLst>
          </p:cNvPr>
          <p:cNvSpPr/>
          <p:nvPr/>
        </p:nvSpPr>
        <p:spPr>
          <a:xfrm>
            <a:off x="6395824" y="4533121"/>
            <a:ext cx="303127" cy="307777"/>
          </a:xfrm>
          <a:prstGeom prst="donut">
            <a:avLst>
              <a:gd name="adj" fmla="val 5294"/>
            </a:avLst>
          </a:prstGeom>
          <a:solidFill>
            <a:srgbClr val="FFA500"/>
          </a:solidFill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400" dirty="0">
              <a:solidFill>
                <a:schemeClr val="tx1"/>
              </a:solidFill>
              <a:highlight>
                <a:srgbClr val="FFFF00"/>
              </a:highligh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Doughnut 4">
            <a:extLst>
              <a:ext uri="{FF2B5EF4-FFF2-40B4-BE49-F238E27FC236}">
                <a16:creationId xmlns:a16="http://schemas.microsoft.com/office/drawing/2014/main" id="{B373CA6E-B7B8-E8BA-7B76-A090C9AF948F}"/>
              </a:ext>
            </a:extLst>
          </p:cNvPr>
          <p:cNvSpPr/>
          <p:nvPr/>
        </p:nvSpPr>
        <p:spPr>
          <a:xfrm>
            <a:off x="8725120" y="3208599"/>
            <a:ext cx="303127" cy="307777"/>
          </a:xfrm>
          <a:prstGeom prst="donut">
            <a:avLst>
              <a:gd name="adj" fmla="val 5294"/>
            </a:avLst>
          </a:prstGeom>
          <a:solidFill>
            <a:srgbClr val="00FF7F"/>
          </a:solidFill>
          <a:ln w="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400" dirty="0">
              <a:solidFill>
                <a:schemeClr val="tx1"/>
              </a:solidFill>
              <a:highlight>
                <a:srgbClr val="FFFF00"/>
              </a:highligh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53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20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 Rea</dc:creator>
  <cp:lastModifiedBy>Nanda Rea</cp:lastModifiedBy>
  <cp:revision>7</cp:revision>
  <dcterms:created xsi:type="dcterms:W3CDTF">2025-09-20T12:23:25Z</dcterms:created>
  <dcterms:modified xsi:type="dcterms:W3CDTF">2026-01-12T20:57:21Z</dcterms:modified>
</cp:coreProperties>
</file>